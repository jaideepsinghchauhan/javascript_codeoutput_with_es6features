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LL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672C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Node.js End-to-End Learning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1122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1. How Node.js Works Internally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15184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Your Code (JavaScript)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▼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V8 Engine (Compiles JS to machine code)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▼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Node.js Bindings (C++ bridge)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             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▼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Libuv (Handles async I/O, thread pool, event loop)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File System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Network (TCP/UDP)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DNS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Timers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Child Processes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Key Concepts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1207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Single Threaded — Only ONE thread runs JS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Non-Blocking I/O — Doesn't wait for I/O ops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Event Driven — Everything is events + callbacks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Libuv Thread Pool — 4 threads for heavy I/O     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40817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2. Event Loop — The Heart of Node.js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Event Loop Phases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┌─────────────────┐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timers         │  ← setTimeout, setInterval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└────────┬────────┘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▼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┌─────────────────┐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pending        │  ← I/O callbacks from previous    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callbacks      │     iteration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└────────┬────────┘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▼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┌─────────────────┐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idle/prepare   │  ← internal use only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└────────┬────────┘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▼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┌─────────────────┐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poll           │  ← Incoming I/O events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               │     (fs, network, etc.)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└────────┬────────┘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▼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┌─────────────────┐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check          │  ← setImmediate callbacks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└────────┬────────┘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▼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┌─────────────────┐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close          │  ← socket.on('close'), etc.       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810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└────────┬────────┘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│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└── loops back to timers ──►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Between EACH phase: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→ process.nextTick() callbacks run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→ Promise microtasks (.then) run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8163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Execution Priority Order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73552"/>
            <a:ext cx="8229600" cy="1408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console.log("1 - Synchronous");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process.nextTick(() =&gt; console.log("2 - nextTick"));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Promise.resolve().then(() =&gt; console.log("3 - Promise microtask"));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console.log("4 - setTimeout"), 0);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setImmediate(() =&gt; console.log("5 - setImmediate"));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console.log("6 - Synchronous");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810512"/>
            <a:ext cx="8229600" cy="1408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 Synchronous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6 - Synchronous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2 - nextTick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3 - Promise microtask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4 - setTimeout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5 - setImmediate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3310128"/>
            <a:ext cx="8229600" cy="1207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Priority: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1. Synchronous code         (call stack)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2. process.nextTick         (microtask)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3. Promise.then             (microtask)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4. setTimeout/setInterval   (timers phase)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5. setImmediate             (check phase)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6. I/O callbacks            (poll phase)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70662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3. Modules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95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CommonJS (Traditional Node.js)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6674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math.js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 add };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add } = require("./math");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console.log(add(2, 3)); //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8105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ES Modules (Modern)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67712"/>
            <a:ext cx="8229600" cy="16093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math.mjs (or set "type": "module" in package.json)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add(a, b)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app.mjs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 } from "./math.mjs";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console.log(add(2, 3)); // 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39684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CommonJS          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12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├── require() / module.exports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├── Synchronous loading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├── Default in Node.js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ES Modules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├── import / export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├── Asynchronous loading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├── Modern standard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├── Need "type": "module" in package.json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21868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9136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4. Core Modules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File System (fs)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18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fs = require("fs");
// Async (non-blocking) — PREFERRED
fs.readFile("data.txt", "utf8", (err, data) =&gt; {
  if (err) throw err;
  console.log(data);
});
// Promise-based (modern)
const fsPromises = require("fs").promises;
async function readFile() {
  const data = await fsPromises.readFile("data.txt", "utf8");
  console.log(data);
}
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Sync (blocking) — avoid in production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data = fs.readFileSync("data.txt", "utf8");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4081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Path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65376"/>
            <a:ext cx="8229600" cy="1408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path = require("path");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path.join("/users", "jai", "file.txt");     // /users/jai/file.txt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path.resolve("src", "app.js");               // /absolute/path/src/app.js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path.extname("file.txt");                    // .txt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path.basename("/users/jai/file.txt");        // file.txt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path.dirname("/users/jai/file.txt");         // /users/jai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3364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Events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221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EventEmitter = require("events");
const emitter = new EventEmitter();
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12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Subscribe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emitter.on("userCreated", (user)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console.log("User created:", user.name);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emitter.on("userCreated", (user)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console.log("Send welcome email to:", user.email);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emitter.emit("userCreated", { name: "Jai", email: "jai@test.com" });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218688"/>
            <a:ext cx="8229600" cy="1408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This is the Observer Pattern!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Same concept you just learned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emitter.on()   = subscribe()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emitter.emit() = next()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emitter.off()  = unsubscribe()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6093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HTTP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66544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http = require("http");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http.createServer((req, res)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res.writeHead(200, { "Content-Type": "application/json"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res.end(JSON.stringify({ message: "Hello World" }));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server.listen(3000,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console.log("Server running on port 3000");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1696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Streams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19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fs = require("fs");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Instead of loading entire file into memory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 it chunk by chunk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readStream = fs.createReadStream("large-file.txt", "utf8");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readStream.on("data", (chunk)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console.log("Received chunk:", chunk.length, "bytes");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readStream.on("end",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console.log("File reading complete");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readStream.on("error", (err)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console.error("Error:", err);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19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Without Streams: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Read entire 2GB file into memory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Memory usage: 2GB ❌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With Streams: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Read in small chunks (64KB default)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Memory usage: ~64KB ✅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4 Types of Streams: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Readable  — read from (fs.createReadStream)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Writable  — write to (fs.createWriteStream)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Duplex    — both read and write (TCP socket)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Transform — modify data (compression)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6093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5. Express.js — Web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122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Basic Server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9464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require("express");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Middleware — runs on EVERY request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 // parse JSON body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app.get("/users", (req, res)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res.json([{ name: "Jai" }, { name: "Ram" }]);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12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app.get("/users/:id", (req, res)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id: req.params.id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app.post("/users", (req, res)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name, email } = req.body;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res.status(201).json({ name, email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app.listen(3000, () =&gt; console.log("Server on port 3000"));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Middleware Chain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67588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request flows through middleware in ORDER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app.use(logger);         // 1st — logs request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app.use(authenticate);   // 2nd — checks auth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 // 3rd — parses body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app.get("/api", handler); // 4th — actual route handler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18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comes 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logger(req, res, next)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console.log(req.method, req.url)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next()  ← passes to next middleware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authenticate(req, res, next)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if (valid token) next()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else res.status(401).json({error})  ← stops here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express.json()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parses req.body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next()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handler(req, res)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res.json({ data })  ← sends response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 sent to client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6093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Custom Middleware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66544"/>
            <a:ext cx="8229600" cy="2615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logger(req, res, next)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console.log(`${req.method} ${req.url} at ${new Date()}`);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 // MUST call next() or request hangs forever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authenticate(req, res, next)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req.headers.authorization;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(!token)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res.status(401).json({ error: "No token"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 next() — stops the chain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req.user = verifyToken(token);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app.use(logger);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app.use("/api", authenticate); // only for /api routes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8105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Error Handling Middleware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6771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 middleware has 4 parameters (err, req, res, next)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app.use((err, req, res, next)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console.error(err.stack);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res.status(500).json({ error: "Something went wrong"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3364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Router — Organize Routes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221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routes/userRoutes.js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router = require("express").Router();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router.get("/", getAllUsers);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router.get("/:id", getUserById);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router.post("/", createUser);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router.put("/:id", updateUser);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router.delete("/:id", deleteUser);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router;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userRoutes = require("./routes/userRoutes");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app.use("/api/users", userRoutes);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7124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6. Request-Response Lifecycle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1538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(Browser/Postman)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HTTP Request: GET /api/users?page=1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Headers: Authorization: Bearer xyz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 Express Server 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1. Request Object (req) created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req.method = "GET"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req.url = "/api/users?page=1"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req.params = {}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req.query = { page: "1" }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req.headers = { authorization: "..." }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req.body = {} (for POST/PUT)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2. Passes through middleware chain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logger → auth → json parser → route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3. Route handler runs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Fetches data from DB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Sends response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4. Response Object (res) sends back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res.status(200)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res.json({ users: [...] })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HTTP Response: 200 OK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Body: { users: [...]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receives response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82219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7. Database Integration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MongoDB with Mongoose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mongoose = require("mongoose");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Connect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mongoose.connect("mongodb://localhost:27017/myapp");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userSchema = new mongoose.Schema({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{ type: String, required: true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{ type: String, unique: true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Number,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mongoose.model("User", userSchema);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CRUD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createUser()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User.create({ name: "Jai", email: "jai@test.com"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getUsers()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users = await User.find({});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User.findById("some-id");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filtered = await User.find({ age: { $gte: 18 }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updateUser()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User.findByIdAndUpdate("some-id", { name: "Updated"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deleteUser()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User.findByIdAndDelete("some-id");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PostgreSQL with pg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Pool } = require("pg");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pool = new Pool({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"localhost",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port: 5432,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"postgres",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"password",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database: "myapp",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getUsers()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result = await pool.query("SELECT * FROM users WHERE age &gt; $1", [18]);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result.rows;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6093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8. Authentication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122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JWT 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9464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1. Client sends login credentials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POST /login { email, password }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2. Server verifies credentials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Checks DB for user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Compares hashed password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3. Server creates JWT token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jwt.sign({ userId, role }, SECRET)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Sends token back to client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4. Client stores token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localStorage or cookie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5. Client sends token on every request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Headers: Authorization: Bearer &lt;token&gt;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6. Server middleware verifies token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jwt.verify(token, SECRET)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Attaches user to req.user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8221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jwt = require("jsonwebtoken");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bcrypt = require("bcrypt");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Login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app.post("/login", async (req, res)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User.findOne({ email: req.body.email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(!user) return res.status(401).json({ error: "Invalid credentials"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valid = await bcrypt.compare(req.body.password, user.password);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(!valid) return res.status(401).json({ error: "Invalid credentials"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jwt.sign({ userId: user._id, role: user.role }, "SECRET",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expiresIn: "24h",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token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Middleware to protect routes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authenticate(req, res, next)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req.headers.authorization?.split(" ")[1];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(!token) return res.status(401).json({ error: "No token" });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615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req.user = jwt.verify(token, "SECRET");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res.status(401).json({ error: "Invalid token"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Protected route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app.get("/api/profile", authenticate, (req, res)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userId: req.user.userId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62102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9. Error Handling Patterns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18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wrapper — avoids try/catch in every route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asyncHandler(fn)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(req, res, next)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Promise.resolve(fn(req, res, next)).catch(next);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 error 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AppError extends Error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constructor(message, statusCode)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super(message);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this.statusCode = statusCode;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19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"/users/:id",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asyncHandler(async (req, res)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await User.findById(req.params.id);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(!user) throw new AppError("User not found", 404);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res.json(user);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Global error handler (LAST middleware)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app.use((err, req, res, next)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statusCode = err.statusCode || 500;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res.status(statusCode).json({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error: err.message,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stack: process.env.NODE_ENV === "development" ? err.stack : undefined,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6093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10. Environment &amp; Configuration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12264"/>
            <a:ext cx="8229600" cy="2414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.env 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PORT=3000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DB_URL=mongodb://localhost:27017/myapp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JWT_SECRET=mysecretkey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NODE_ENV=development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require("dotenv").config();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config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port: process.env.PORT || 3000,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dbUrl: process.env.DB_URL,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jwtSecret: process.env.JWT_SECRET,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isDev: process.env.NODE_ENV === "development",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config;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81051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505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11. Project 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008376"/>
            <a:ext cx="8229600" cy="16093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db.js               # Database connection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User.js             # User schema/model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Post.js             # Post schema/model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routes/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userRoutes.js       # User endpoints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414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postRoutes.js       # Post endpoints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controllers/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userController.js   # User business logic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postController.js   # Post business logic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middleware/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auth.js             # Authentication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logger.js           # Logging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errorHandler.js     # Error handling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utils/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asyncHandler.js     # Async wrapper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app.js                  # Express setup + middleware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server.js               # Entry point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41985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12. Complete Learning Topics Checklist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FUNDAMENTALS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V8 Engine &amp; how Node runs JS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Event Loop (phases, microtasks, macrotasks)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Single-threaded vs thread pool (libuv)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CommonJS vs ES Modules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npm / package.json / node_modules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CORE MODULES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fs (file system)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path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http / https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events (EventEmitter)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stream (readable, writable, transform)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buffer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os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child_process  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cluster (multi-process)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worker_threads (multi-thread)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EXPRESS.JS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Routing (params, query, body)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Middleware (custom, third-party)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Error handling middleware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Router organization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Static files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CORS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Rate limiting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Request validation (Joi/Zod)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DATABASE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MongoDB + Mongoose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PostgreSQL + pg/Sequelize/Prisma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Connection pooling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Migrations     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Transactions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Indexing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AUTHENTICATION &amp; SECURITY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JWT (access + refresh tokens)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bcrypt (password hashing)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OAuth2 (Google, GitHub login)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Helmet (security headers)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Rate limiting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Input sanitization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CSRF protection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SQL/NoSQL injection prevention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API DESIGN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REST conventions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Pagination, filtering, sorting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API versioning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Response formatting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File upload (multer)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WebSockets (socket.io)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GraphQL (optional)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TESTING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Unit tests (Jest/Mocha)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Integration tests (Supertest)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Mocking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Test coverage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PERFORMANCE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Caching (Redis)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Compression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Clustering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Load balancing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Memory leaks detection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Profiling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12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DEPLOYMENT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Docker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PM2 (process manager)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Nginx (reverse proxy)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CI/CD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Environment variables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Logging (Winston/Pino)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Health checks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Graceful shutdown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21868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9136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Suggested Learning Order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207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1-2: Fundamentals + Core Modules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3-4: Express.js + REST API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5-6: Database + Authentication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7-8: Testing + Error Handling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9-10: Performance + Security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11-12: Docker + Deployment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21284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90779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Want me to deep dive into any specific topic from this list? Like event loop internals, streams, or building a complete REST API with authentication?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2026-07-23T06:55:34Z</dcterms:created>
  <dcterms:modified xsi:type="dcterms:W3CDTF">2026-07-23T06:55:34Z</dcterms:modified>
</cp:coreProperties>
</file>