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LL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672C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Good question! But before I recommend anything, let me ask a few things: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02082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Questions First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523744"/>
            <a:ext cx="809244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1. </a:t>
            </a:r>
            <a:pPr indent="0" marL="0">
              <a:buNone/>
            </a:pPr>
            <a:r>
              <a:rPr lang="en-US" sz="1050" b="1" dirty="0">
                <a:solidFill>
                  <a:srgbClr val="0D2155"/>
                </a:solidFill>
              </a:rPr>
              <a:t>What's your goal?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72491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◦ </a:t>
            </a:r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Interview preparation?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◦ </a:t>
            </a:r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Building production apps at work?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12724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◦ </a:t>
            </a:r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Switching from frontend to full-stack?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32841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◦ </a:t>
            </a:r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All of the above?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3529584"/>
            <a:ext cx="809244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2. </a:t>
            </a:r>
            <a:pPr indent="0" marL="0">
              <a:buNone/>
            </a:pPr>
            <a:r>
              <a:rPr lang="en-US" sz="1050" b="1" dirty="0">
                <a:solidFill>
                  <a:srgbClr val="0D2155"/>
                </a:solidFill>
              </a:rPr>
              <a:t>What do you already know?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73075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◦ </a:t>
            </a:r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You clearly know Angular + Java + Python (from your role)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93192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◦ </a:t>
            </a:r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How comfortable are you with SQL and databases?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413308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◦ </a:t>
            </a:r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Have you built any Node.js APIs before?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4334256"/>
            <a:ext cx="809244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3. </a:t>
            </a:r>
            <a:pPr indent="0" marL="0">
              <a:buNone/>
            </a:pPr>
            <a:r>
              <a:rPr lang="en-US" sz="1050" b="1" dirty="0">
                <a:solidFill>
                  <a:srgbClr val="0D2155"/>
                </a:solidFill>
              </a:rPr>
              <a:t>What's your timeline?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◦ </a:t>
            </a:r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1 month crash course?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11556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◦ </a:t>
            </a:r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3-6 months deep learning?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1316736"/>
            <a:ext cx="809244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2155"/>
                </a:solidFill>
              </a:rPr>
              <a:t>4. </a:t>
            </a:r>
            <a:pPr indent="0" marL="0">
              <a:buNone/>
            </a:pPr>
            <a:r>
              <a:rPr lang="en-US" sz="1050" b="1" dirty="0">
                <a:solidFill>
                  <a:srgbClr val="0D2155"/>
                </a:solidFill>
              </a:rPr>
              <a:t>Paid or free?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609344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3042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That Said — Here's My Honest Take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807208"/>
            <a:ext cx="8229600" cy="1810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NO single course covers EVERYTHING well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Courses that claim "complete full-stack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+ system design + SQL + Node.js" usually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go wide but NOT deep enough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Better approach: Pick 2-3 focused resources     │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rather than 1 "covers everything" course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609344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3042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Well-Known Resources (By Topic)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8072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Node.js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64408"/>
          <a:ext cx="8229600" cy="12801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Resource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Type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Depth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Node.js docs (nodejs.org/docs)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Free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Deep — official reference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Maximilian (Udemy — NodeJS Complete Guide)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Paid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Covers Express, MongoDB, REST, GraphQL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Stephen Grider (Udemy — Node Advanced Concepts)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Paid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Event loop, clustering, caching, CI/CD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The Odin Project (theodinproject.com)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Free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Full-stack path with Node.js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SQL / Database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536192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Resource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Type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Depth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PostgreSQL official tutorial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Free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Best for fundamentals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Mode Analytics SQL Tutorial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Free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Interactive practice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SQLBolt (sqlbolt.com)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Free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Interactive basics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LeetCode Database section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Free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Interview practice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Hussain Nasser (YouTube)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Free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DB internals, indexing, performance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9992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System Design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56432"/>
          <a:ext cx="8229600" cy="1024128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Resource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Type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Depth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Alex Xu — System Design Interview Vol 1 &amp; 2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Book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Best for interviews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Gaurav Sen (YouTube)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Free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Concepts explained well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ByteByteGo (blog.bytebytego.com)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Free/Paid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Visual explanations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768096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Resource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Type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Depth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Neetcode System Design (neetcode.io)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Free/Paid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Structured roadmap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Designing Data-Intensive Applications (Martin Kleppmann)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Book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Deep — production-level understanding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177393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Docker / DevOps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31136"/>
          <a:ext cx="8229600" cy="768096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Resource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Type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Depth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KodeKloud (you're already using this!)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Paid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Hands-on labs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Docker docs (docs.docker.com)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Free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D2155"/>
                          </a:solidFill>
                        </a:rPr>
                        <a:t>Official reference</a:t>
                      </a:r>
                      <a:endParaRPr lang="en-US" sz="7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3090672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57200" y="37856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What You Actually Need (Based on Your Role)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428853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Since you're a </a:t>
            </a:r>
            <a:pPr indent="0" marL="0">
              <a:buNone/>
            </a:pPr>
            <a:r>
              <a:rPr lang="en-US" sz="1100" b="1" dirty="0">
                <a:solidFill>
                  <a:srgbClr val="0D2155"/>
                </a:solidFill>
              </a:rPr>
              <a:t>Senior Software Engineer with Angular + Java + Python</a:t>
            </a:r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: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You DON'T need to learn from scratch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You already know: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✅ HTTP, REST APIs (from Java/Spring)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✅ MVC pattern (from Angular)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✅ Database concepts (from Java backends)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✅ Async programming (from Angular/RxJS)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✅ Docker basics (you're learning now)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You ONLY need to learn: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Node.js SPECIFIC things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(event loop, streams, libuv)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Express.js patterns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(middleware, error handling)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SQL DEPTH                     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(joins, indexing, query optimization)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System Design PATTERNS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(scaling, caching, message queues)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70662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My Recommended Combo For You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20954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If Goal Is Interview Prep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666744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1. Node.js: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Stephen Grider — Node Advanced Concepts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(skip basics, focus on internals)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18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2. SQL: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SQLBolt (quick fundamentals)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+ LeetCode Database (practice)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3. System Design: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Alex Xu Book Vol 1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+ Neetcode System Design videos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4. JavaScript Deep: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You're already doing this with me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(polyfills, promises, closures)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Timeline: 2-3 months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C3B"/>
                </a:solidFill>
              </a:rPr>
              <a:t>If Goal Is Production Skills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1. Node.js: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Build a real project (REST API)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Learn by DOING, not watching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2. SQL: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PostgreSQL docs + real queries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Hussain Nasser (indexing, performance)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3. System Design: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DDIA book (Martin Kleppmann)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Apply concepts at work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4. Docker: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KodeKloud (continue what you're doing)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Timeline: 3-6 months             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40817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What You Can Skip (Since You Know Java/Angular)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SKIP: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✅ Basic HTTP concepts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✅ What is REST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✅ What is MVC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✅ Basic CRUD operations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✅ Git fundamentals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✅ HTML/CSS/JS basics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128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FOCUS ON: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Node.js event loop (different from JVM)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JavaScript quirks (prototypes, closures,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this binding — you're doing this now!)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Express middleware pattern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SQL query optimization &amp; indexing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System design trade-offs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Caching strategies (Redis)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Message queues (Kafka, RabbitMQ)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321868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39136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C3B"/>
                </a:solidFill>
              </a:rPr>
              <a:t>What We Can Cover Together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21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We've already covered: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✅ Polyfills (call, bind, apply, reduce)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✅ Promises (parallel, concurrency)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✅ Observer pattern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✅ Docker (images, compose, networks)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✅ Feature flags (React)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✅ Symbols, Generators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I can also help with: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System design walkthroughs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SQL query practice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Node.js event loop deep dive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Building a complete REST API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Design patterns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Data structures &amp; algorithms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☐ Mock interviews                              │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C3B"/>
                </a:solidFill>
              </a:rPr>
              <a:t>ASSISTANT (Claude Opus 4.6): (continued)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2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40817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D2155"/>
                </a:solidFill>
              </a:rPr>
              <a:t>So — what's your primary goal right now? Interview prep or production skills? And what topic should we tackle next?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2026-07-23T06:58:10Z</dcterms:created>
  <dcterms:modified xsi:type="dcterms:W3CDTF">2026-07-23T06:58:10Z</dcterms:modified>
</cp:coreProperties>
</file>